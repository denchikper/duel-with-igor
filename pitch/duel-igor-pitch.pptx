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94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2" cy="54864"/>
          </a:xfrm>
          <a:prstGeom prst="rect">
            <a:avLst/>
          </a:prstGeom>
          <a:solidFill>
            <a:srgbClr val="B4FF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0:30 · Название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6419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r>
              <a:rPr lang="en-US" sz="1300" kern="0" spc="2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ПРОФИМАТИКА // ЕГЭ ИНФОРМАТИКА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ДУЭЛЬ</a:t>
            </a:r>
            <a:endParaRPr lang="en-US" sz="7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 ИГОРЕМ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задач на время. Вызови друга и узнай, кто быстрее и точнее.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188720"/>
            <a:ext cx="1737360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0" y="2971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наведи камеру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54864"/>
          </a:xfrm>
          <a:prstGeom prst="rect">
            <a:avLst/>
          </a:prstGeom>
          <a:solidFill>
            <a:srgbClr val="B4FF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 – 1:30 · Проблема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6419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r>
              <a:rPr lang="en-US" sz="1300" kern="0" spc="2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7F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Тренажёров ЕГЭ полно.
</a:t>
            </a:r>
            <a:r>
              <a:rPr lang="en-US" sz="46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Ими не пользуются.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6B7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Решать в одиночку скучно — приложение открывают раз и забывают. Подготовка проваливается не из-за нехватки задач, а из-за нехватки повода вернуться.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54864"/>
          </a:xfrm>
          <a:prstGeom prst="rect">
            <a:avLst/>
          </a:prstGeom>
          <a:solidFill>
            <a:srgbClr val="B4FF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 – ... · Решение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6419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r>
              <a:rPr lang="en-US" sz="1300" kern="0" spc="2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7F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тренажёр.
</a:t>
            </a:r>
            <a:r>
              <a:rPr lang="en-US" sz="46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Дуэль.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6B7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Решаешь 10 задач → кидаешь ссылку-вызов в чат → друг решает те же вопросы → повопросный разбор, кто быстрее и точнее. Игорь Линьков комментирует каждый ход. Учишься, потому что хочешь обыграть друга.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19810" cy="54864"/>
          </a:xfrm>
          <a:prstGeom prst="rect">
            <a:avLst/>
          </a:prstGeom>
          <a:solidFill>
            <a:srgbClr val="B4FF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 – 3:00 · Экраны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6419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r>
              <a:rPr lang="en-US" sz="1300" kern="0" spc="2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7F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Живое приложение, </a:t>
            </a:r>
            <a:r>
              <a:rPr lang="en-US" sz="34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макет</a:t>
            </a:r>
            <a:endParaRPr lang="en-US" sz="3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2468880"/>
            <a:ext cx="2331720" cy="50131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5188" y="2148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старт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388" y="2468880"/>
            <a:ext cx="2331720" cy="50131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8388" y="2148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дуэль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8" y="2468880"/>
            <a:ext cx="2331720" cy="50131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1588" y="2148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профиль · уровни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788" y="2468880"/>
            <a:ext cx="2331720" cy="50131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44788" y="2148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работа над ошибками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B4FF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 – 4:00 · Польза и фишки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6419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r>
              <a:rPr lang="en-US" sz="1300" kern="0" spc="2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ПОЛЬЗА И ФИШКИ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7F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Три вещи </a:t>
            </a:r>
            <a:r>
              <a:rPr lang="en-US" sz="40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разом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3728" y="246888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0160D"/>
          </a:solidFill>
          <a:ln w="12700">
            <a:solidFill>
              <a:srgbClr val="1E2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48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ВОВЛЕЧЕНИЕ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048" y="320040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PvP-дуэли с другом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 и опыт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Ачивки и стрики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Призрак соперника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4208" y="246888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0160D"/>
          </a:solidFill>
          <a:ln w="12700">
            <a:solidFill>
              <a:srgbClr val="1E2A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8528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ПОЛЬЗА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8528" y="320040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слабых тем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Прорешивание ошибок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после дуэли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задач, 7 тем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44688" y="246888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0160D"/>
          </a:solidFill>
          <a:ln w="12700">
            <a:solidFill>
              <a:srgbClr val="1E2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9008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РОСТ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19008" y="320040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живёт в чате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= канал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Привлечение — ноль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Открыл и играешь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67733" cy="54864"/>
          </a:xfrm>
          <a:prstGeom prst="rect">
            <a:avLst/>
          </a:prstGeom>
          <a:solidFill>
            <a:srgbClr val="B4FF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 – 5:00 · Итог + Q&amp;A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6419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</a:t>
            </a:r>
            <a:r>
              <a:rPr lang="en-US" sz="1300" kern="0" spc="2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7F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Работает </a:t>
            </a:r>
            <a:r>
              <a:rPr lang="en-US" sz="40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прямо сейчас.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36576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14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защищаете от накрутки?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неизменяемы — только вставка, без update/delete. Полная защита — проверка ответов на сервере.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36576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Данным пользователя можно доверять?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95020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Личность из Telegram на доверии. Чиним валидацией подписи initData в Edge Function.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36576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17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Контента хватит?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00176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задач по 7 темам, схема расширяется без изменения кода.</a:t>
            </a:r>
            <a:endParaRPr lang="en-US" sz="15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651760"/>
            <a:ext cx="2377440" cy="23774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503920" y="5074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t.me/DuelWithIgorBot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03920" y="5394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наведи камеру и играй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4FF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 · Спасибо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6419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ДУЭЛЬ С ИГОРЕМ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8088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58088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ЗАДАЧ ЕГЭ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18408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718408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78728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278728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ДУЭЛИ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39048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4FF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839048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АЧИВОК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Macintosh PowerPoint</Application>
  <PresentationFormat>Широкоэкранный</PresentationFormat>
  <Paragraphs>74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2</cp:revision>
  <dcterms:created xsi:type="dcterms:W3CDTF">2026-07-20T23:45:45Z</dcterms:created>
  <dcterms:modified xsi:type="dcterms:W3CDTF">2026-07-21T01:18:45Z</dcterms:modified>
</cp:coreProperties>
</file>